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3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696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731520" y="1545551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Board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Web Content Analyzer &amp; Management Tool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 · Supabase · Google Gemini · Firecrawl · Deployed to GoDaddy Shared Hosting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Board — Portfolio Overview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0E1AF6-E0EB-4922-F4C0-1B42319101F2}"/>
              </a:ext>
            </a:extLst>
          </p:cNvPr>
          <p:cNvSpPr txBox="1"/>
          <p:nvPr/>
        </p:nvSpPr>
        <p:spPr>
          <a:xfrm>
            <a:off x="3591098" y="4496722"/>
            <a:ext cx="60973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http://webscraper.ensconce.in/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05EC7B-2A1F-B320-C06C-78EFCE6723DD}"/>
              </a:ext>
            </a:extLst>
          </p:cNvPr>
          <p:cNvSpPr txBox="1"/>
          <p:nvPr/>
        </p:nvSpPr>
        <p:spPr>
          <a:xfrm>
            <a:off x="-365760" y="39236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/ Context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12421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941021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task entry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2672541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trackers require every task to be typed by hand — slow and repetitive.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43400" y="1712421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941021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material goes to waste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0" y="2672541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spec page, article, or competitor site into to-dos is manual, repeatable work.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138160" y="1712421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66760" y="1941021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capabilities, one workflow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66760" y="2672541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generative breakdown and structured web extraction can live inside the core task-manager flow, not as bolt-on tools.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Board — Portfolio Overview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</a:t>
            </a:r>
            <a:endParaRPr lang="en-US" sz="2800" dirty="0"/>
          </a:p>
        </p:txBody>
      </p:sp>
      <p:pic>
        <p:nvPicPr>
          <p:cNvPr id="3" name="Image 0" descr="C:\Users\Srividya\AppData\Local\Temp\claude\d--TRAININGS-INTERVIEWS-GitHubPortfolio-01-web-scraper-01-web-scraper\e2fe181a-202c-4736-afc2-8aaa77900481\scratchpad\architecture-diagram.png"/>
          <p:cNvPicPr>
            <a:picLocks noChangeAspect="1"/>
          </p:cNvPicPr>
          <p:nvPr/>
        </p:nvPicPr>
        <p:blipFill>
          <a:blip r:embed="rId3"/>
          <a:srcRect l="2835" t="2656" r="3600" b="22982"/>
          <a:stretch>
            <a:fillRect/>
          </a:stretch>
        </p:blipFill>
        <p:spPr>
          <a:xfrm>
            <a:off x="32173" y="777240"/>
            <a:ext cx="12005733" cy="5760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Board — Portfolio Overview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&amp; Trade-offs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52728"/>
            <a:ext cx="329184" cy="329184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52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1179576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Schema-first, RLS everywhere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51560" y="149047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tables designed before UI; Row-Level Security enabled on every table so authorization lives in Postgres, not the frontend.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67128"/>
            <a:ext cx="329184" cy="329184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671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093976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contract for both AI/automation paths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51560" y="240487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and Firecrawl calls share the same pattern: structured input in, typed output out, fail loudly on bad keys or malformed responses.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081528"/>
            <a:ext cx="329184" cy="329184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81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008376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API keys — accepted trade-off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51560" y="331927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baked into the public bundle for fast, simple shipping. A production version would proxy both through a backend/edge function.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95928"/>
            <a:ext cx="329184" cy="329184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9959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922776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hosting instead of Vercel/Netlify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51560" y="423367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existing GoDaddy hosting by treating the Vite build output as what it is — plain static files, no Node runtime required.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10328"/>
            <a:ext cx="329184" cy="329184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9103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837176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≠ GRANTs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51560" y="5189637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Disabling Supabase's table auto-exposure (the secure default) blocks all API access until table privileges are explicitly granted — RLS only filters after access is already permitted.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Board — Portfolio Overview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It Running: Accounts &amp; Deployment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94960" cy="5029200"/>
          </a:xfrm>
          <a:prstGeom prst="roundRect">
            <a:avLst>
              <a:gd name="adj" fmla="val 1455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Accounts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028305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— new project; Enable Data API on, auto-expose tables off; run schema migration; GRANT table privileges to authenticated role</a:t>
            </a:r>
            <a:endParaRPr lang="en-US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 (firecrawl.dev) — free-tier API key for the /v1/scrape endpoint</a:t>
            </a:r>
            <a:endParaRPr lang="en-US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(aistudio.google.com) — free API key; targets gemini-2.5-flash (model aliases retire periodically)</a:t>
            </a:r>
            <a:endParaRPr lang="en-US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keys set as VITE_* vars in .env, baked into the build at compile time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5394960" cy="5029200"/>
          </a:xfrm>
          <a:prstGeom prst="roundRect">
            <a:avLst>
              <a:gd name="adj" fmla="val 1455"/>
            </a:avLst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371600"/>
            <a:ext cx="515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to GoDaddy Shared Hosting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92240" y="2028305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build → produces plain static files in dist/ (no Node runtime needed on the host)</a:t>
            </a:r>
            <a:endParaRPr lang="en-US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subdomain with its own isolated document root (never share it with the main site)</a:t>
            </a:r>
            <a:endParaRPr lang="en-US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only the contents of dist/ — not src/, node_modules/, or .env</a:t>
            </a:r>
            <a:endParaRPr lang="en-US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.htaccess to fall back to index.html so React Router deep links don't 404 on Apache</a:t>
            </a:r>
            <a:endParaRPr lang="en-US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rebuild wipes dist/ (including .htaccess) — re-add and re-upload after each change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Board — Portfolio Overview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ECFDF5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Held Up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177934"/>
            <a:ext cx="48463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enforced multi-user isolation even under direct console query attempts</a:t>
            </a:r>
            <a:endParaRPr lang="en-US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parsing on AI responses mattered more than prompt engineering — LLM output shape was the real reliability risk</a:t>
            </a:r>
            <a:endParaRPr lang="en-US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Static-file deployment model made shared hosting a viable, low-cost target for a Vite/React SPA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394960" cy="4937760"/>
          </a:xfrm>
          <a:prstGeom prst="roundRect">
            <a:avLst>
              <a:gd name="adj" fmla="val 1481"/>
            </a:avLst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Do Next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92240" y="2177934"/>
            <a:ext cx="48463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Gemini and Firecrawl keys behind a backend/edge function instead of the public bundle</a:t>
            </a:r>
            <a:endParaRPr lang="en-US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retry/backoff on AI calls and cache scrape results per URL</a:t>
            </a:r>
            <a:endParaRPr lang="en-US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GoDaddy upload step (currently manual File Manager) with an FTP/SFTP deploy script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Board — Portfolio Overview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61288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601</Words>
  <Application>Microsoft Office PowerPoint</Application>
  <PresentationFormat>Widescreen</PresentationFormat>
  <Paragraphs>67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ScrapeBoard</dc:title>
  <dc:creator>Srividya Puppala</dc:creator>
  <cp:lastModifiedBy>Srividya Puppala</cp:lastModifiedBy>
  <cp:revision>13</cp:revision>
  <dcterms:created xsi:type="dcterms:W3CDTF">2026-08-12T12:42:57Z</dcterms:created>
  <dcterms:modified xsi:type="dcterms:W3CDTF">2026-08-12T12:54:56Z</dcterms:modified>
</cp:coreProperties>
</file>